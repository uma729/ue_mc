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89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4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48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34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09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91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79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4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88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84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73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F32F4-B4EF-4DB5-ADD7-DDC68F410F2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02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4600" cy="68580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477292"/>
            <a:ext cx="5353050" cy="951708"/>
          </a:xfrm>
        </p:spPr>
        <p:txBody>
          <a:bodyPr>
            <a:normAutofit fontScale="90000"/>
          </a:bodyPr>
          <a:lstStyle/>
          <a:p>
            <a:r>
              <a:rPr kumimoji="1" lang="en-US" altLang="ja-JP" sz="6600" b="1" i="1" dirty="0" err="1" smtClean="0">
                <a:solidFill>
                  <a:schemeClr val="bg1"/>
                </a:solidFill>
              </a:rPr>
              <a:t>Grab</a:t>
            </a:r>
            <a:r>
              <a:rPr lang="en-US" altLang="ja-JP" sz="6600" b="1" i="1" dirty="0" err="1" smtClean="0">
                <a:solidFill>
                  <a:schemeClr val="bg1"/>
                </a:solidFill>
              </a:rPr>
              <a:t>Dangeon</a:t>
            </a:r>
            <a:endParaRPr kumimoji="1" lang="ja-JP" altLang="en-US" sz="6600" b="1" i="1" dirty="0">
              <a:solidFill>
                <a:schemeClr val="bg1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724400" y="5059364"/>
            <a:ext cx="2533650" cy="144303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19225" y="5130801"/>
            <a:ext cx="9144000" cy="1655762"/>
          </a:xfrm>
        </p:spPr>
        <p:txBody>
          <a:bodyPr/>
          <a:lstStyle/>
          <a:p>
            <a:r>
              <a:rPr lang="ja-JP" altLang="en-US" dirty="0" smtClean="0">
                <a:solidFill>
                  <a:schemeClr val="bg1"/>
                </a:solidFill>
              </a:rPr>
              <a:t>開発環境</a:t>
            </a:r>
            <a:endParaRPr lang="en-US" altLang="ja-JP" dirty="0" smtClean="0">
              <a:solidFill>
                <a:schemeClr val="bg1"/>
              </a:solidFill>
            </a:endParaRPr>
          </a:p>
          <a:p>
            <a:r>
              <a:rPr kumimoji="1" lang="en-US" altLang="ja-JP" dirty="0" smtClean="0">
                <a:solidFill>
                  <a:schemeClr val="bg1"/>
                </a:solidFill>
              </a:rPr>
              <a:t>Windows11</a:t>
            </a:r>
          </a:p>
          <a:p>
            <a:r>
              <a:rPr lang="en-US" altLang="ja-JP" dirty="0">
                <a:solidFill>
                  <a:schemeClr val="bg1"/>
                </a:solidFill>
              </a:rPr>
              <a:t>UnrealEngine5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62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000" b="1" dirty="0" smtClean="0"/>
              <a:t>ゲーム内容</a:t>
            </a:r>
            <a:endParaRPr kumimoji="1" lang="ja-JP" altLang="en-US" sz="60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200" dirty="0" smtClean="0"/>
              <a:t>ロープと投げナイフを使いギミックが仕掛けられた</a:t>
            </a:r>
            <a:endParaRPr kumimoji="1"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ダンジョンを進む</a:t>
            </a:r>
          </a:p>
          <a:p>
            <a:pPr marL="0" indent="0">
              <a:buNone/>
            </a:pPr>
            <a:endParaRPr kumimoji="1"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ロープを駆使しギミックを攻略</a:t>
            </a:r>
            <a:endParaRPr lang="en-US" altLang="ja-JP" sz="3200" dirty="0" smtClean="0"/>
          </a:p>
          <a:p>
            <a:pPr marL="0" indent="0">
              <a:buNone/>
            </a:pPr>
            <a:endParaRPr kumimoji="1"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ナイフでダンジョンのモンスターを倒していく</a:t>
            </a:r>
            <a:endParaRPr kumimoji="1"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78941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600" b="1" dirty="0" smtClean="0"/>
              <a:t>操作方法</a:t>
            </a:r>
            <a:endParaRPr kumimoji="1" lang="ja-JP" altLang="en-US" sz="66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 smtClean="0"/>
              <a:t>WASD</a:t>
            </a:r>
            <a:r>
              <a:rPr kumimoji="1" lang="ja-JP" altLang="en-US" sz="3600" dirty="0" smtClean="0"/>
              <a:t>：移動</a:t>
            </a:r>
            <a:endParaRPr kumimoji="1" lang="en-US" altLang="ja-JP" sz="3600" dirty="0" smtClean="0"/>
          </a:p>
          <a:p>
            <a:r>
              <a:rPr kumimoji="1" lang="en-US" altLang="ja-JP" sz="3600" dirty="0" smtClean="0"/>
              <a:t>Space</a:t>
            </a:r>
            <a:r>
              <a:rPr kumimoji="1" lang="ja-JP" altLang="en-US" sz="3600" dirty="0" smtClean="0"/>
              <a:t>：ジャンプ</a:t>
            </a:r>
            <a:endParaRPr kumimoji="1" lang="en-US" altLang="ja-JP" sz="3600" dirty="0" smtClean="0"/>
          </a:p>
          <a:p>
            <a:r>
              <a:rPr lang="en-US" altLang="ja-JP" sz="3600" dirty="0" smtClean="0"/>
              <a:t>Mouse</a:t>
            </a:r>
            <a:r>
              <a:rPr lang="ja-JP" altLang="en-US" sz="3600" dirty="0" smtClean="0"/>
              <a:t>：視点移動</a:t>
            </a:r>
            <a:endParaRPr kumimoji="1" lang="en-US" altLang="ja-JP" sz="3600" dirty="0" smtClean="0"/>
          </a:p>
          <a:p>
            <a:r>
              <a:rPr lang="en-US" altLang="ja-JP" sz="3600" dirty="0" err="1" smtClean="0"/>
              <a:t>Lclick</a:t>
            </a:r>
            <a:r>
              <a:rPr lang="ja-JP" altLang="en-US" sz="3600" dirty="0" smtClean="0"/>
              <a:t>：投てき攻撃</a:t>
            </a:r>
            <a:endParaRPr lang="en-US" altLang="ja-JP" sz="3600" dirty="0" smtClean="0"/>
          </a:p>
          <a:p>
            <a:r>
              <a:rPr kumimoji="1" lang="en-US" altLang="ja-JP" sz="3600" dirty="0" err="1" smtClean="0"/>
              <a:t>Rclick</a:t>
            </a:r>
            <a:r>
              <a:rPr kumimoji="1" lang="ja-JP" altLang="en-US" sz="3600" dirty="0" smtClean="0"/>
              <a:t>：ロープ発射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368614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57250" y="949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b="1" dirty="0" smtClean="0"/>
              <a:t>　　　網</a:t>
            </a:r>
            <a:r>
              <a:rPr lang="ja-JP" altLang="en-US" sz="3200" b="1" dirty="0"/>
              <a:t>に</a:t>
            </a:r>
            <a:r>
              <a:rPr lang="ja-JP" altLang="en-US" sz="3200" b="1" dirty="0" smtClean="0"/>
              <a:t>向かってロープを発射でスイング！</a:t>
            </a:r>
            <a:endParaRPr kumimoji="1" lang="ja-JP" altLang="en-US" sz="3200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710" y="1933305"/>
            <a:ext cx="4334480" cy="386769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896" y="1933305"/>
            <a:ext cx="486795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9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b="1" dirty="0" smtClean="0"/>
              <a:t>ステージイメージ</a:t>
            </a:r>
            <a:endParaRPr kumimoji="1" lang="ja-JP" altLang="en-US" sz="54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76719" y="1436518"/>
            <a:ext cx="10515600" cy="4351338"/>
          </a:xfrm>
        </p:spPr>
        <p:txBody>
          <a:bodyPr>
            <a:normAutofit/>
          </a:bodyPr>
          <a:lstStyle/>
          <a:p>
            <a:r>
              <a:rPr lang="ja-JP" altLang="en-US" sz="3200" dirty="0" smtClean="0"/>
              <a:t>ダンジョンのイメージなので</a:t>
            </a:r>
            <a:endParaRPr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  壁、天井は石レンガのようなテクスチャ</a:t>
            </a:r>
            <a:endParaRPr lang="en-US" altLang="ja-JP" sz="3200" dirty="0" smtClean="0"/>
          </a:p>
          <a:p>
            <a:pPr marL="0" indent="0">
              <a:buNone/>
            </a:pPr>
            <a:endParaRPr lang="en-US" altLang="ja-JP" sz="3200" dirty="0" smtClean="0"/>
          </a:p>
          <a:p>
            <a:r>
              <a:rPr lang="ja-JP" altLang="en-US" sz="3200" dirty="0" smtClean="0"/>
              <a:t>ロープ用の天井はロープが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 smtClean="0"/>
              <a:t>　引っ掛かりそうな網で</a:t>
            </a:r>
            <a:endParaRPr lang="en-US" altLang="ja-JP" sz="3200" dirty="0" smtClean="0"/>
          </a:p>
          <a:p>
            <a:pPr marL="0" indent="0">
              <a:buNone/>
            </a:pPr>
            <a:r>
              <a:rPr kumimoji="1" lang="ja-JP" altLang="en-US" sz="3200" dirty="0"/>
              <a:t>　</a:t>
            </a:r>
            <a:r>
              <a:rPr kumimoji="1" lang="ja-JP" altLang="en-US" sz="3200" dirty="0" smtClean="0"/>
              <a:t>吊るされている</a:t>
            </a:r>
            <a:endParaRPr kumimoji="1" lang="ja-JP" altLang="en-US" sz="32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864" y="2762081"/>
            <a:ext cx="6472136" cy="364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5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b="1" dirty="0" smtClean="0"/>
              <a:t>ギミック</a:t>
            </a:r>
            <a:endParaRPr kumimoji="1" lang="ja-JP" altLang="en-US" sz="54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 smtClean="0"/>
              <a:t>鍵を所持した状態で檻に触れると上に上昇</a:t>
            </a:r>
            <a:endParaRPr kumimoji="1" lang="en-US" altLang="ja-JP" sz="3200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888" y="3398639"/>
            <a:ext cx="4604705" cy="259014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817" y="2541537"/>
            <a:ext cx="7652183" cy="430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5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3600" b="1" dirty="0" smtClean="0"/>
              <a:t>ボタンギミック（ロープで作動）</a:t>
            </a:r>
            <a:endParaRPr kumimoji="1" lang="en-US" altLang="ja-JP" sz="3600" b="1" dirty="0" smtClean="0"/>
          </a:p>
          <a:p>
            <a:pPr marL="0" indent="0">
              <a:buNone/>
            </a:pPr>
            <a:endParaRPr kumimoji="1" lang="en-US" altLang="ja-JP" b="1" dirty="0" smtClean="0"/>
          </a:p>
          <a:p>
            <a:r>
              <a:rPr kumimoji="1" lang="ja-JP" altLang="en-US" dirty="0" smtClean="0"/>
              <a:t>赤ボタン：押すとゴールが開く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 smtClean="0"/>
          </a:p>
          <a:p>
            <a:r>
              <a:rPr kumimoji="1" lang="ja-JP" altLang="en-US" dirty="0" smtClean="0"/>
              <a:t>青ボタン：押すとオブジェクトが出現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78" y="1380966"/>
            <a:ext cx="1661580" cy="178133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380966"/>
            <a:ext cx="1985346" cy="179489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4"/>
          <a:srcRect l="25651"/>
          <a:stretch/>
        </p:blipFill>
        <p:spPr>
          <a:xfrm>
            <a:off x="312449" y="4186843"/>
            <a:ext cx="3789659" cy="2351043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817" y="4186843"/>
            <a:ext cx="3307668" cy="2361134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 rotWithShape="1">
          <a:blip r:embed="rId6"/>
          <a:srcRect l="22349" r="11832"/>
          <a:stretch/>
        </p:blipFill>
        <p:spPr>
          <a:xfrm>
            <a:off x="4244145" y="4186843"/>
            <a:ext cx="2394634" cy="23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3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000" b="1" dirty="0" smtClean="0"/>
              <a:t>モンスター</a:t>
            </a:r>
            <a:endParaRPr kumimoji="1" lang="ja-JP" altLang="en-US" sz="60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ハイエナ：攻撃力が高く少し</a:t>
            </a:r>
            <a:r>
              <a:rPr lang="ja-JP" altLang="en-US" dirty="0"/>
              <a:t>体力</a:t>
            </a:r>
            <a:r>
              <a:rPr lang="ja-JP" altLang="en-US" dirty="0" smtClean="0"/>
              <a:t>が多い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dirty="0" smtClean="0"/>
              <a:t>始祖鳥：体力、攻撃力は低いが素早い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 smtClean="0"/>
              <a:t>地面から離れていると飛行状態になる</a:t>
            </a:r>
            <a:endParaRPr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480" y="1027906"/>
            <a:ext cx="3191320" cy="263879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406" y="4771734"/>
            <a:ext cx="2962688" cy="208626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077" y="4643033"/>
            <a:ext cx="3140041" cy="22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2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132</Words>
  <Application>Microsoft Office PowerPoint</Application>
  <PresentationFormat>ワイド画面</PresentationFormat>
  <Paragraphs>39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GrabDangeon</vt:lpstr>
      <vt:lpstr>ゲーム内容</vt:lpstr>
      <vt:lpstr>操作方法</vt:lpstr>
      <vt:lpstr>PowerPoint プレゼンテーション</vt:lpstr>
      <vt:lpstr>ステージイメージ</vt:lpstr>
      <vt:lpstr>ギミック</vt:lpstr>
      <vt:lpstr>PowerPoint プレゼンテーション</vt:lpstr>
      <vt:lpstr>モンスター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GimmickDangeon</dc:title>
  <dc:creator>GA2B</dc:creator>
  <cp:lastModifiedBy>GA2B</cp:lastModifiedBy>
  <cp:revision>24</cp:revision>
  <dcterms:created xsi:type="dcterms:W3CDTF">2025-12-19T01:41:56Z</dcterms:created>
  <dcterms:modified xsi:type="dcterms:W3CDTF">2025-12-23T07:20:18Z</dcterms:modified>
</cp:coreProperties>
</file>