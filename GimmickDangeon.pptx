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89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4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48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34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09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91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79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4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88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84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73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F32F4-B4EF-4DB5-ADD7-DDC68F410F2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5289E-2AFD-4CA9-9ED2-C977CDFB86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02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Gimmick</a:t>
            </a:r>
            <a:r>
              <a:rPr lang="en-US" altLang="ja-JP" dirty="0" err="1" smtClean="0"/>
              <a:t>Dangeon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開発環境</a:t>
            </a:r>
            <a:endParaRPr lang="en-US" altLang="ja-JP" dirty="0" smtClean="0"/>
          </a:p>
          <a:p>
            <a:r>
              <a:rPr kumimoji="1" lang="en-US" altLang="ja-JP" dirty="0" smtClean="0"/>
              <a:t>Windows11</a:t>
            </a:r>
          </a:p>
          <a:p>
            <a:r>
              <a:rPr lang="en-US" altLang="ja-JP" dirty="0"/>
              <a:t>UnrealEngine5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662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 smtClean="0"/>
              <a:t>ロープと投げナイフを使いギミックが仕掛けられた</a:t>
            </a:r>
            <a:r>
              <a:rPr lang="ja-JP" altLang="en-US" dirty="0" smtClean="0"/>
              <a:t>ダンジョンを攻略していく</a:t>
            </a:r>
            <a:endParaRPr lang="en-US" altLang="ja-JP" dirty="0" smtClean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 smtClean="0"/>
              <a:t>ロープでギミックを作動することができる</a:t>
            </a:r>
            <a:endParaRPr lang="en-US" altLang="ja-JP" dirty="0" smtClean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 smtClean="0"/>
              <a:t>ナイフでダンジョンのモンスターを倒すことができる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78941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ステージイメージ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0105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39</Words>
  <Application>Microsoft Office PowerPoint</Application>
  <PresentationFormat>ワイド画面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GimmickDangeon</vt:lpstr>
      <vt:lpstr>PowerPoint プレゼンテーション</vt:lpstr>
      <vt:lpstr>ステージイメージ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GimmickDangeon</dc:title>
  <dc:creator>GA2B</dc:creator>
  <cp:lastModifiedBy>GA2B</cp:lastModifiedBy>
  <cp:revision>8</cp:revision>
  <dcterms:created xsi:type="dcterms:W3CDTF">2025-12-19T01:41:56Z</dcterms:created>
  <dcterms:modified xsi:type="dcterms:W3CDTF">2025-12-22T07:30:09Z</dcterms:modified>
</cp:coreProperties>
</file>